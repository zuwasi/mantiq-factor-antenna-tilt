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MantiQ Factor is the production line: input, conversion, understand, compute, verify, engineer, output. This deck walks the antenna-tilt challenge through all seven stages and shows the numbers that came out at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picture is the one we animated. The key property is that stages hand over files, so the workflow is reproducible and each number can be re-derived.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is deliberately about what arrives, in whatever format it arrives. Real data was pulled from OpenCelliD (CC BY-SA) rather than a toy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Conversion is where formats stop mattering. Every later stage reads the Markdown, the CSV and the JSON, never the original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5-qubit pack looked cheaper but its Hamiltonian is dense and not scalable, and the team measured almost no quantum gain from it. The 2-qubit register gives a 2-local Ising model that Classiq synthesizes efficiently.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classical truth is cheap here on purpose. It is what lets Wolfram, Lean and Classiq be compared number by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means the numbers are known before any SDK is opened. The Classiq run then becomes a test of the engineering, not an 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27x at p=1 and about 40x at p=2. The shots table is the operational meaning of that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does not prove the whole QAOA algorithm. It proves the parts that engineering can get wrong silently: encoding, the classical optimum, and that the phase layer is unitary and diagonal.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 is the only stage that touches the SDK. Everything it needs, the cost, the angles, the expected numbers, arrives as files from the earlier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Differences are within shot noise at 4096 shots. The best sampled plan is exactly the plan Lean proved optimal.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any row disagreed, the pipeline would tell you which stage to reopen: a proof failure means the model, a Wolfram mismatch means the Hamiltonian, a Classiq mismatch means the circuit.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keeps the team contribution visible: the hierarchy is theirs, the verified leaf is ours, and they compose.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a folder in the repo. The notebook is the classiq-library contribution; the rest is the evidence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point that the workflow, not the 12-qubit result, is what transfers to the next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CASE STUDY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PDF brief to a verified quantum program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 tilt optimization with QAOA on real Tel Aviv cell-tower data, computed in Wolfram, proved in Lean 4, engineered and run on Classiq</a:t>
            </a:r>
            <a:endParaRPr lang="en-US" sz="1800" dirty="0"/>
          </a:p>
        </p:txBody>
      </p:sp>
      <p:pic>
        <p:nvPicPr>
          <p:cNvPr id="8" name="Image 0" descr="C:\Projects\mantiq-factor-antenna-tilt\docs\MantiQ-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3017520"/>
            <a:ext cx="4389120" cy="2926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754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Liezrowice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Quantum Headache, QUBIT 2026 hackathon  |  September 2026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" y="55778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github.com/zuwasi/mantiq-factor-antenna-tilt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/ 16   |   WHAT IT 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Factor: a seven-stage production line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pic>
        <p:nvPicPr>
          <p:cNvPr id="8" name="Image 0" descr="C:\Projects\mantiq-factor-antenna-tilt\docs\MantiQ-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389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5806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pipeline: Input, Conversion, Understand, Compute, Verify, Engineer, Output. Tools: Amp (agentic orchestration), Wolfram Mathematica, Lean 4, converters, skills, knowledge bases.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1417320"/>
            <a:ext cx="438912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leaves an artifact on disk (Markdown, JSON, .nb, .lean, .qmod) so the next stage consumes a file, not a memory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Engineer are separated: the exact simulation picks the angles, the SDK builds the circuit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is a formal step, not a code review: Lean 4 theorems about the cost function and the circuit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(Amp) drives the tools; humans decide the model and read the numbers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every claim in the final program traces back to a proof, a simulation or a dataset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/ 16   |   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1, Input: the challenge and what the team handed over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300" dirty="0"/>
          </a:p>
        </p:txBody>
      </p:sp>
      <p:pic>
        <p:nvPicPr>
          <p:cNvPr id="10" name="Image 0" descr="C:\Projects\mantiq-factor-antenna-tilt\charts\map_sm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754880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real sector antennas from OpenCelliD, Tel Aviv (data/opencellid_il2.csv). Interference matrix from pairwise distances and azimuths.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577840" y="1417320"/>
            <a:ext cx="621792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(QUBIT 2026): choose the electrical down-tilt of every sector antenna. Tilting down cuts interference on neighbours but shrinks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received as documents, not code: the challenge brief (PDF), the team Hamiltonian note (Markdown with LaTeX), the k-means hierarchy concept (PDF), the group deck (Google Slides)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utility: U(t) = alpha Q(t) - beta I(t) - gamma D(t); quality, interference, unmet demand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proposal: 27 three-sector configurations packed into 5 qubits, groups by k-means with k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Classiq student edition, 15 parallel jobs, simulator only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/ 16   |   CONVERSION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2, Conversion: documents become machine-readable facts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463040"/>
            <a:ext cx="33832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brief, team PDF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a PDF converter into Markdown; formulas kept as LaTeX. Output: docs/qaoa_antenna_hamiltonian_explanation.md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46304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1463040"/>
            <a:ext cx="33832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 deck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to PDF, read slide by slide, merged into one PPTX built from code (build_deck.js), so the deck is reproducible too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463040"/>
            <a:ext cx="35661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OpenCelliD CSV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data/opencellid_pipeline.py: filter Tel Aviv sectors, compute distances, azimuth overlap, interference matrix I and coverage vector 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conversion decided (and recorded in the Markdown):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3474720"/>
            <a:ext cx="112471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team utility form; maximize U is the same as minimize Cost = -U (later proved as theorem maximize_utility_iff_minimize_negative)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weights for the real dataset: beta = 1 (interference t^T I t), alpha = 1.5 (coverage c.t), gamma = 0.3 (tilt penalty sum 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discrete tilt levels per antenna (0, 2, 4, 6 degrees) instead of continuous angles: the register is exactly 2 qubits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antennas give 4^6 = 4096 plans: small enough to enumerate exactly, so every quantum number can be checked against the truth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/ 16   |   UNDERSTAND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3, Understand: 2 qubits per antenna, not a 5-qubit pack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proposal: 27 configs in 5 qubits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Chosen: 2 qubits per antenna (QNum[2])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tilts x 3 sectors = 27 states of 32; 5 states invalid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tilts per antenna; all 4096 states 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Hamiltonian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Arbitrary 5-qubit diagonal: terms up to ZZZZZ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2-local Ising: 12 Z + 60 ZZ + offset (73 terms)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Invalid-state mass (team numbers)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 at start, 3% after training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0%, by construction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P(optimum) / uniform (team numbers)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0.5x to 1.2x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27x (Wolfram), 27x to 29x (Classiq)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to more antennas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3 sectors fixed per 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2n qubits, still 2-local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Hard: decode is a lookup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decodeTilt is a bijection (Lean theorem)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4983480"/>
            <a:ext cx="11247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decision the whole pipeline depends on. It was made here, with the exact enumeration in hand, before any circuit existed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hierarchy idea (k-means groups, one QAOA per group, recursive refinement) was kept: our 12-qubit problem is one leaf of that tree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/ 16   |   UNDERSTAND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3, Understand: the cost function and its Pauli decomposition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63040"/>
            <a:ext cx="5760720" cy="1554480"/>
          </a:xfrm>
          <a:prstGeom prst="roundRect">
            <a:avLst>
              <a:gd name="adj" fmla="val 470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50876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Cost(t) = t^T I t  -  1.5 c . t  +  0.3 sum(t)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in {0,1,2,3}^6 (tilt levels), I = 6x6 interference matrix from the map, c = coverage per antenna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tilt_i = 2 q_{2i} + q_{2i+1}, so t_i is linear in its two qubits and t_i t_j gives only ZZ terms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5760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Pauli 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 35.499 (global phase, dropped)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gain and tilt penalty, 2 per antenna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(ZZ)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interfering pairs x 4 qubit pairs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3, 4, 5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none: the model is 2-local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2120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gates/pauli_terms.json: Walsh-Hadamard transform of the 4096-entry cost table, checked to 1e-9 against every entry.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583680" y="14630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0" y="157276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4096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6675120" y="2194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enumerated exactly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281160" y="14630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157276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-2.844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9372600" y="2194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minimum at (0,3,0,0,0,0)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0" y="2834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83680" y="294436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675120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Pauli terms, all weight &lt;= 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9281160" y="2834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81160" y="2944368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9372600" y="3566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qubits: 6 antennas x QNum[2]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583680" y="4251960"/>
            <a:ext cx="521208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antenna 1 tilts (level 3); the other five stay flat. That is physically sensible: it is the antenna with the most overlap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layer cost: 72 RZ + 120 CX; Classiq synthesis merges parity ladders down to 92 CX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/ 16   |   COMPUTE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4, Compute: Wolfram exact simulation picks the angles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300" dirty="0"/>
          </a:p>
        </p:txBody>
      </p:sp>
      <p:pic>
        <p:nvPicPr>
          <p:cNvPr id="10" name="Image 0" descr="C:\Projects\mantiq-factor-antenna-tilt\wolfram\img\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206240" cy="40233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cost over (gamma, beta) for p = 1, evaluated exactly on the 4096-dimensional state. Minimum marked.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0" y="1417320"/>
            <a:ext cx="6766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wolfram/wolfram_realdataset_algorithms.wl builds H_C from the same JSON, applies exp(-i gamma H_C) and the RX mixer as dense matrices, no sampling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 optimum: gamma = 0.0654, beta = 1.1293, giving &lt;Cost&gt; = 1.9985, P(cost &lt; 0) = 0.53, P(optimum) = 0.0066 (27x uniform)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 optimum: &lt;Cost&gt; = -0.3825, P(cost &lt; 0) = 0.67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compared: VQE, Grover-style amplification and plain uniform sampling on the same cost table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angles are written to wolfram_realdataset_algorithms.json: this is the hot start the Classiq circuit later uses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177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47274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1.9985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5120640" y="5349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&lt;Cost&gt;, p=1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0" y="461772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47274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7406640" y="5349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P(cost &lt; 0), p=1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601200" y="461772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01200" y="472744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27x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69264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P(optimum) vs uniform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/ 16   |   COMPUTE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4, Compute: what the quantum gain is worth in shots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300" dirty="0"/>
          </a:p>
        </p:txBody>
      </p:sp>
      <p:pic>
        <p:nvPicPr>
          <p:cNvPr id="10" name="Image 0" descr="C:\Projects\mantiq-factor-antenna-tilt\charts\quantum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035040" cy="33832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846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charts/quantum_gain.png: probability of the optimum and of a negative-cost plan, uniform vs QAOA p=1 and p=2.</a:t>
            </a:r>
            <a:endParaRPr lang="en-US" sz="1050" dirty="0"/>
          </a:p>
        </p:txBody>
      </p:sp>
      <p:pic>
        <p:nvPicPr>
          <p:cNvPr id="12" name="Image 1" descr="C:\Projects\mantiq-factor-antenna-tilt\wolfram\img\sh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17320"/>
            <a:ext cx="5029200" cy="24231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6656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Shots needed for a 95% chance of sampling the optimum at least once.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297680"/>
          <a:ext cx="5029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P(opt)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shots for 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QAOA p =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QAOA p =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548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at 12 qubits a laptop enumerates 4096 plans instantly. The gain is a property of the algorithm we can measure exactly here and carry to sizes where enumeration stops (slide 13).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/ 16   |   VERIFY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5, Verify: Lean 4 theorems, zero sorry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17320"/>
            <a:ext cx="6400800" cy="4206240"/>
          </a:xfrm>
          <a:prstGeom prst="roundRect">
            <a:avLst>
              <a:gd name="adj" fmla="val 1739"/>
            </a:avLst>
          </a:prstGeom>
          <a:solidFill>
            <a:srgbClr val="05081A"/>
          </a:solidFill>
          <a:ln w="12700">
            <a:solidFill>
              <a:srgbClr val="0508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490472"/>
            <a:ext cx="6217920" cy="40599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decodeTilt (q0 q1 : Fin 2) : Fin 4 :=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decodeTilt_bijective 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Function.Bijective (fun q : Fin 2 x Fin 2 =&gt; decodeTilt q.1 q.2)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costS (t : Fin 6 -&gt; Fin 4) : Int := ...   -- scaled x 10^4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optTilt : Fin 6 -&gt; Fin 4 := ![0, 3, 0, 0, 0, 0]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costS_optTilt : costS optTilt = -28440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costS_lower_bound : forall t, -28440 &lt;= costS 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costS_unique : forall t, costS t = -28440 -&gt; t = optTilt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cost_phase_norm : forall gamma c : Real,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norm (Complex.exp ((gamma * c : Real) * Complex.I))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cost_phase_preserves_probability :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theorem two_smul_P0 : (2 : Rat) * P0 = 1 + Z   -- Z decomposition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56692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lean/TiltQAOA.lean, 109 lines, Mathlib. Build log: lean/tilt_qaoa_lean_build.log. Cost scaled by 10^4 so the theorems are over integers and decide by computation.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223760" y="1417320"/>
            <a:ext cx="4572000" cy="4480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Encoding: the 2-qubit register maps one-to-one onto the four tilt levels, so no state is invalid or double-counted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truth: -2.844 is the minimum, it is attained at (0,3,0,0,0,0), and nowhere else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Circuit: the cost layer exp(i gamma Cost) has unit norm, so it changes phases only and keeps every measurement probability of a basis state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gate set: 2 P0 = 1 + Z and 2 P1 = 1 - Z justify the Z-only decomposition of the Hamiltonian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statements the Wolfram numbers and the Classiq samples are later checked against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/ 16   |   ENGINEER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6, Engineer: the cost becomes a Qmod phase() statement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17320"/>
            <a:ext cx="6400800" cy="4343400"/>
          </a:xfrm>
          <a:prstGeom prst="roundRect">
            <a:avLst>
              <a:gd name="adj" fmla="val 1684"/>
            </a:avLst>
          </a:prstGeom>
          <a:solidFill>
            <a:srgbClr val="05081A"/>
          </a:solidFill>
          <a:ln w="12700">
            <a:solidFill>
              <a:srgbClr val="0508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490472"/>
            <a:ext cx="6217920" cy="4197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Tilts(QStruct):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tilts: QArray[QNum[2], 6]        # 6 antennas x 2 qubits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cost(t: Tilts) -&gt; CReal: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interference = sum(I[i][j] * t.tilts[i] * t.tilts[j]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coverage     = sum(c[i] * t.tilts[i]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interference - 1.5 * coverage + 0.3 * sum(t.tilts)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@qfunc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main(gammas: CArray[CReal, P], betas: CArray[CReal, P],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t: Output[Tilts]):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allocate(t)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hadamard_transform(t)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repeat(P, lambda k: [phase(cost(t), gammas[k]),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apply_to_all(lambda q: RX(2*betas[k], q), t)])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qprog = synthesize(qmod)   # width 12, depth 59, 92 CX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E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execute(qprog, gammas=[0.0654], betas=[1.1293])  # hot start</a:t>
            </a:r>
            <a:endParaRPr lang="en-US" sz="1100" dirty="0"/>
          </a:p>
        </p:txBody>
      </p:sp>
      <p:pic>
        <p:nvPicPr>
          <p:cNvPr id="12" name="Image 0" descr="C:\Projects\mantiq-factor-antenna-tilt\charts\circuit_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17320"/>
            <a:ext cx="4572000" cy="23774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2237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charts/circuit_stats.png: synthesized circuit sizes for p = 1 and p = 2.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223760" y="4206240"/>
            <a:ext cx="45720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hand-built CX ladders: phase() takes the arithmetic cost expression and Classiq synthesizes the diagonal unitary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Pauli decomposition (gates/) exists only to predict gate counts and to feed Wolfram; the SDK never sees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antenna_tilt_optimization.ipynb, .qmod, .synthesis_options.json, .metadata.json (classiq-library format)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classiq/qaoa_tilt_classiq.py is the standalone script with COBYLA on the simulator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/ 16   |   OUTPUT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7, Output: Classiq reproduces the Wolfram prediction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6108192"/>
            <a:ext cx="2240280" cy="502920"/>
          </a:xfrm>
          <a:prstGeom prst="roundRect">
            <a:avLst>
              <a:gd name="adj" fmla="val 18182"/>
            </a:avLst>
          </a:prstGeom>
          <a:solidFill>
            <a:srgbClr val="131A3D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610819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7  </a:t>
            </a:r>
            <a:pPr algn="ctr"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pic>
        <p:nvPicPr>
          <p:cNvPr id="10" name="Image 0" descr="C:\Projects\mantiq-factor-antenna-tilt\charts\wolfram_vs_classi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2788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4224528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charts/wolfram_vs_classiq.png: exact statevector (Wolfram) against 4096-shot samples on the Classiq simulator at the same angles.</a:t>
            </a:r>
            <a:endParaRPr lang="en-US" sz="1050" dirty="0"/>
          </a:p>
        </p:txBody>
      </p:sp>
      <p:pic>
        <p:nvPicPr>
          <p:cNvPr id="12" name="Image 1" descr="C:\Projects\mantiq-factor-antenna-tilt\charts\classiq_converg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417320"/>
            <a:ext cx="4297680" cy="22860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37216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COBYLA on Classiq starting from the Wolfram angles: 8 iterations, no improvement over the hot start, angles stay at (0.065, 1.149).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47091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640" y="4818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2.06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40080" y="5440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Classiq &lt;Cost&gt; p=1 (pred. 2.00)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2834640" y="4709160"/>
            <a:ext cx="214884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834640" y="48188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0.525</a:t>
            </a:r>
            <a:endParaRPr lang="en-US" sz="2800" dirty="0"/>
          </a:p>
        </p:txBody>
      </p:sp>
      <p:sp>
        <p:nvSpPr>
          <p:cNvPr id="19" name="Text 15"/>
          <p:cNvSpPr/>
          <p:nvPr/>
        </p:nvSpPr>
        <p:spPr>
          <a:xfrm>
            <a:off x="2926080" y="5440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P(cost&lt;0) (pred. 0.53)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120640" y="470916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20640" y="4818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29x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5212080" y="5440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P(optimum) vs uniform (pred. 27x)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498080" y="4709160"/>
            <a:ext cx="205740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98080" y="481888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-0.39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7589520" y="54406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Classiq &lt;Cost&gt; p=2 (pred. -0.38)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692640" y="4709160"/>
            <a:ext cx="2103120" cy="1234440"/>
          </a:xfrm>
          <a:prstGeom prst="roundRect">
            <a:avLst>
              <a:gd name="adj" fmla="val 5926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692640" y="481888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(0,3,0,0,0,0)</a:t>
            </a:r>
            <a:endParaRPr lang="en-US" sz="2800" dirty="0"/>
          </a:p>
        </p:txBody>
      </p:sp>
      <p:sp>
        <p:nvSpPr>
          <p:cNvPr id="28" name="Text 24"/>
          <p:cNvSpPr/>
          <p:nvPr/>
        </p:nvSpPr>
        <p:spPr>
          <a:xfrm>
            <a:off x="9784080" y="5440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sampled plan = proven optimum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/ 16   |   CROSS-CHECK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engines, one set of numbers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55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194560"/>
                <a:gridCol w="2194560"/>
                <a:gridCol w="30175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Lean 4 (proof)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Wolfram (exact state)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Classiq (4096 shots)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-2.8440 (theorem)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-2.8440 (best sample)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(0,3,0,0,0,0), unique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(0,3,0,0,0,0)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(0,3,0,0,0,0)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encoding 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bijection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4096 states, all decode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samples decode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&lt;Cost&gt; p=1 at hot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 (run 1), 1.99 (after COBYLA)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shot noise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P(cost &lt; 0) p=1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P(optimum) p=1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0.0066 (27x)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0.0066 to 0.0071 (27x to 29x)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&lt;Cost&gt; p=2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-0.3825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layer diagonal, unit norm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matrix 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synthesized as RZ ladders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BE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349240"/>
            <a:ext cx="11247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MantiQ Factor is this table: no number in the demo rests on a single tool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COBYLA on the simulator did not beat the Wolfram angles in 8 iterations, which is the expected outcome when the hot start is already the exact optimum of the landscape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 / 16   |   SCALING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leaf sits: k-means hierarchy and the road to 1000 qubits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pic>
        <p:nvPicPr>
          <p:cNvPr id="8" name="Image 0" descr="C:\Projects\mantiq-factor-antenna-tilt\charts\group_benchmark_ba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86400" cy="27157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41605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benchmark on the 48-region toy network: one plan for all 1.379 (1 call), k-means hierarchy + QAOA 1.547 (10 calls), one job per region 1.838 (48 calls).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1417320"/>
            <a:ext cx="548640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-&gt; 5 groups -&gt; 25 -&gt; 125: k-means on region feature vectors, one QAOA job per group, recursive refinement where the utility gain is worth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12-qubit problem is one job in that tree; 2 qubits per antenna means a group of n antennas needs 2n qubits, still 2-local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500 antennas (1000 qubits): 4^500 plans, exact enumeration and statevector simulation are impossible; the best classical tools are heuristics (simulated annealing, tabu, QUBO solvers) with no optimality certificate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1000-qubit gate-based machine the same Qmod compiles unchanged; QAOA depth grows linearly in the number of interfering pairs, not in the number of plans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carries over from the small case: the encoding proof, the 2-locality, and the hot-start habit (train angles on a small exact instance, transfer to the large one)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/ 16   |   OUTPUT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everything is public and reproducible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pic>
        <p:nvPicPr>
          <p:cNvPr id="8" name="Image 0" descr="C:\Projects\mantiq-factor-antenna-tilt\animation\mantiq_pipeline_final_fra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669280" cy="31912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46177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animation/mantiq_pipeline.mp4 (41 s): the MantiQ Factor pipeline animated with the real numbers of this case, built with matplotlib.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2B6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Concluded solution (MIT)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github.com/zuwasi/mantiq-factor-antenna-tilt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Classiq library demo (PR)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applications/telecom/antenna_tilt_optimization in Classiq/classiq-library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Hackathon repo and 5-min video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FD4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github.com/zuwasi/quantum-headache-antenna-tilt, youtu.be/OSEtTWnRQhc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data/opencellid_il2*.csv (OpenCelliD, CC BY-SA 4.0)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Wolfram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wolfram/*.wl, .nb, .pdf, .json (angles, probabilities)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Lean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lean/TiltQAOA.lean + build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notebook/*.ipynb, .qmod; classiq/results/*.json, *.qasm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4F6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presentation/build_deck.js (pptxgenjs) and the PPTX/PDF it builds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B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3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/ 16   |   LESSONS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MantiQ Factor workflow bought us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  |  Antenna tilt with QAOA  |  QUBIT 2026 case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6304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before you engineer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 found the angles exactly; the Classiq run confirmed them in one shot and COBYLA had nothing left to do. No blind parameter search on a paid simulator.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46304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parts that fail silently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bijection, the true optimum, and the diagonal phase layer are where a QAOA demo can be wrong while still producing plausible histograms.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01752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decision explicit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2-qubit vs 5-qubit choice was argued with numbers (invalid mass, Pauli weight, team gain) and written down before code, so the team could veto it.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30175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301752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between stages, not memory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angles, Markdown Hamiltonian, Lean source and Qmod are the interfaces. Any stage can be rerun alone, and this deck was rebuilt from them.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raises the bar cheaply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OpenCelliD antennas cost nothing more than a toy grid to model, and the result (only the most overlapping antenna tilts) reads as physics, not as a puzzle.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45720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0D1330"/>
          </a:solidFill>
          <a:ln w="12700">
            <a:solidFill>
              <a:srgbClr val="0D13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4572000"/>
            <a:ext cx="521208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orchestration is the glue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drove the converters, Mathematica kernel, Lean build and Classiq SDK from one thread with skills and knowledge bases; humans read numbers and decided.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B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035040"/>
            <a:ext cx="1600200" cy="640080"/>
          </a:xfrm>
          <a:prstGeom prst="roundRect">
            <a:avLst>
              <a:gd name="adj" fmla="val 14286"/>
            </a:avLst>
          </a:prstGeom>
          <a:solidFill>
            <a:srgbClr val="F2B632"/>
          </a:solidFill>
          <a:ln w="12700">
            <a:solidFill>
              <a:srgbClr val="F2B6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378440" y="6035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0B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 Factor: input, conversion, understand, compute, verify, engineer, output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(MIT)   </a:t>
            </a:r>
            <a:pPr indent="0" marL="0">
              <a:buNone/>
            </a:pPr>
            <a:r>
              <a:rPr lang="en-US" sz="170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github.com/zuwasi/mantiq-factor-antenna-tilt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Classiq library demo   </a:t>
            </a:r>
            <a:pPr indent="0" marL="0">
              <a:buNone/>
            </a:pPr>
            <a:r>
              <a:rPr lang="en-US" sz="170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applications/telecom/antenna_tilt_optimization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repo   </a:t>
            </a:r>
            <a:pPr indent="0" marL="0">
              <a:buNone/>
            </a:pPr>
            <a:r>
              <a:rPr lang="en-US" sz="170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github.com/zuwasi/quantum-headache-antenna-tilt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  </a:t>
            </a:r>
            <a:pPr indent="0" marL="0">
              <a:buNone/>
            </a:pPr>
            <a:r>
              <a:rPr lang="en-US" sz="1700" dirty="0">
                <a:solidFill>
                  <a:srgbClr val="2F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youtu.be/OSEtTWnRQhc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 </a:t>
            </a:r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OpenCelliD, CC BY-SA 4.0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760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Liezrowice  |  Team Quantum Headache  |  QUBIT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MantiQ Factor: antenna tilt with QAOA</dc:title>
  <dc:subject>PptxGenJS Presentation</dc:subject>
  <dc:creator>Daniel Liezrowice</dc:creator>
  <cp:lastModifiedBy>Daniel Liezrowice</cp:lastModifiedBy>
  <cp:revision>1</cp:revision>
  <dcterms:created xsi:type="dcterms:W3CDTF">2026-09-12T17:11:10Z</dcterms:created>
  <dcterms:modified xsi:type="dcterms:W3CDTF">2026-09-12T17:11:10Z</dcterms:modified>
</cp:coreProperties>
</file>